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346" y="117004"/>
            <a:ext cx="75511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rPr lang="en-US" sz="3200" b="1" dirty="0"/>
              <a:t>🛡️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Cyber Analytics &amp; Ethical Hacking Intelligence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33885" y="652169"/>
            <a:ext cx="3327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b="1" i="1" u="sng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Presented by</a:t>
            </a:r>
            <a:r>
              <a:rPr lang="en-IN" b="1" i="1" u="sng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b="1" i="1" u="sng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Satyam Saha</a:t>
            </a:r>
          </a:p>
        </p:txBody>
      </p:sp>
      <p:pic>
        <p:nvPicPr>
          <p:cNvPr id="4" name="Picture 3" descr="new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218111"/>
            <a:ext cx="2835623" cy="2763953"/>
          </a:xfrm>
          <a:prstGeom prst="rect">
            <a:avLst/>
          </a:prstGeom>
        </p:spPr>
      </p:pic>
      <p:pic>
        <p:nvPicPr>
          <p:cNvPr id="5" name="Picture 4" descr="newplot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977" y="1218112"/>
            <a:ext cx="2835623" cy="2763952"/>
          </a:xfrm>
          <a:prstGeom prst="rect">
            <a:avLst/>
          </a:prstGeom>
        </p:spPr>
      </p:pic>
      <p:pic>
        <p:nvPicPr>
          <p:cNvPr id="6" name="Picture 5" descr="newplot 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285" y="1218112"/>
            <a:ext cx="2928045" cy="2763952"/>
          </a:xfrm>
          <a:prstGeom prst="rect">
            <a:avLst/>
          </a:prstGeom>
        </p:spPr>
      </p:pic>
      <p:pic>
        <p:nvPicPr>
          <p:cNvPr id="7" name="Picture 6" descr="newplot (3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082646"/>
            <a:ext cx="2835622" cy="2658350"/>
          </a:xfrm>
          <a:prstGeom prst="rect">
            <a:avLst/>
          </a:prstGeom>
        </p:spPr>
      </p:pic>
      <p:pic>
        <p:nvPicPr>
          <p:cNvPr id="8" name="Picture 7" descr="newplot (4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807" y="4082646"/>
            <a:ext cx="2958523" cy="2658350"/>
          </a:xfrm>
          <a:prstGeom prst="rect">
            <a:avLst/>
          </a:prstGeom>
        </p:spPr>
      </p:pic>
      <p:pic>
        <p:nvPicPr>
          <p:cNvPr id="9" name="Picture 8" descr="newplot (5)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7978" y="4082646"/>
            <a:ext cx="2835622" cy="2658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92569F-6F2F-0182-12B5-BDA499A418F2}"/>
              </a:ext>
            </a:extLst>
          </p:cNvPr>
          <p:cNvSpPr txBox="1"/>
          <p:nvPr/>
        </p:nvSpPr>
        <p:spPr>
          <a:xfrm>
            <a:off x="304185" y="1019865"/>
            <a:ext cx="43507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(Cyber Attack Monitoring)</a:t>
            </a:r>
          </a:p>
          <a:p>
            <a:pPr>
              <a:buNone/>
            </a:pPr>
            <a:r>
              <a:rPr lang="en-US" b="1" u="sng" dirty="0">
                <a:latin typeface="Segoe UI" panose="020B0502040204020203" pitchFamily="34" charset="0"/>
                <a:cs typeface="Segoe UI" panose="020B0502040204020203" pitchFamily="34" charset="0"/>
              </a:rPr>
              <a:t>Work Done:</a:t>
            </a:r>
            <a:endParaRPr lang="en-US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Analyzed monthly cyber attack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Compared total attacks with successfully blocked attacks.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Identified attack growth trends over time.</a:t>
            </a:r>
          </a:p>
          <a:p>
            <a:pPr>
              <a:buNone/>
            </a:pPr>
            <a:r>
              <a:rPr lang="en-US" b="1" u="sng" dirty="0">
                <a:latin typeface="Segoe UI" panose="020B0502040204020203" pitchFamily="34" charset="0"/>
                <a:cs typeface="Segoe UI" panose="020B0502040204020203" pitchFamily="34" charset="0"/>
              </a:rPr>
              <a:t>Purpose / Importance:</a:t>
            </a:r>
            <a:endParaRPr lang="en-US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Helps security teams understand attack frequency.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Identifies high-risk periods or months.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Supports proactive security planning and defense strategies.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D82349-525A-2B02-7740-23F9BCE8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310" y="2123767"/>
            <a:ext cx="4051505" cy="44540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A1AF60-81EE-3F12-870E-E6FB95598CA9}"/>
              </a:ext>
            </a:extLst>
          </p:cNvPr>
          <p:cNvSpPr txBox="1"/>
          <p:nvPr/>
        </p:nvSpPr>
        <p:spPr>
          <a:xfrm>
            <a:off x="2368961" y="42001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1️⃣ </a:t>
            </a:r>
            <a:r>
              <a:rPr lang="en-US" sz="20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Threat Detection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6B1E37-D299-5D3C-6A83-9642EAC004C1}"/>
              </a:ext>
            </a:extLst>
          </p:cNvPr>
          <p:cNvSpPr txBox="1"/>
          <p:nvPr/>
        </p:nvSpPr>
        <p:spPr>
          <a:xfrm>
            <a:off x="196029" y="6105832"/>
            <a:ext cx="2045725" cy="1129365"/>
          </a:xfrm>
          <a:prstGeom prst="rect">
            <a:avLst/>
          </a:prstGeom>
          <a:noFill/>
        </p:spPr>
        <p:txBody>
          <a:bodyPr wrap="square">
            <a:prstTxWarp prst="textInflateTop">
              <a:avLst/>
            </a:prstTxWarp>
            <a:spAutoFit/>
          </a:bodyPr>
          <a:lstStyle/>
          <a:p>
            <a:r>
              <a:rPr lang="en-US" b="1" i="1" u="sng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Satyam Saha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534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AA6EEB-D9F5-76E8-6DA8-34D765512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876" y="2308430"/>
            <a:ext cx="4229100" cy="428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D186B4-CB3D-3235-1DA3-6665E7E13A28}"/>
              </a:ext>
            </a:extLst>
          </p:cNvPr>
          <p:cNvSpPr txBox="1"/>
          <p:nvPr/>
        </p:nvSpPr>
        <p:spPr>
          <a:xfrm>
            <a:off x="255024" y="892693"/>
            <a:ext cx="43169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(Ethical Hacking Findings)</a:t>
            </a:r>
          </a:p>
          <a:p>
            <a:pPr>
              <a:buNone/>
            </a:pPr>
            <a:r>
              <a:rPr lang="en-US" b="1" u="sng" dirty="0">
                <a:latin typeface="Segoe UI" panose="020B0502040204020203" pitchFamily="34" charset="0"/>
                <a:cs typeface="Segoe UI" panose="020B0502040204020203" pitchFamily="34" charset="0"/>
              </a:rPr>
              <a:t>Work Done:</a:t>
            </a:r>
            <a:endParaRPr lang="en-US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Classified vulnerabilities discovered during ethical hacking.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Grouped vulnerabilities by severity: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Critical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High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Medium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Low</a:t>
            </a:r>
          </a:p>
          <a:p>
            <a:pPr>
              <a:buNone/>
            </a:pPr>
            <a:r>
              <a:rPr lang="en-US" b="1" u="sng" dirty="0">
                <a:latin typeface="Segoe UI" panose="020B0502040204020203" pitchFamily="34" charset="0"/>
                <a:cs typeface="Segoe UI" panose="020B0502040204020203" pitchFamily="34" charset="0"/>
              </a:rPr>
              <a:t>Purpose / Importance:</a:t>
            </a:r>
            <a:endParaRPr lang="en-US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Helps prioritize vulnerability remediation.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Ensures critical risks are fixed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Useful for security audits and compliance reporting.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24BA40-861B-D4DB-F50B-8AD306BB786D}"/>
              </a:ext>
            </a:extLst>
          </p:cNvPr>
          <p:cNvSpPr txBox="1"/>
          <p:nvPr/>
        </p:nvSpPr>
        <p:spPr>
          <a:xfrm>
            <a:off x="2492477" y="30946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2️⃣ </a:t>
            </a:r>
            <a:r>
              <a:rPr lang="en-US" sz="20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Vulnerability Severity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59D0B1-281F-8D10-2357-F555A854355A}"/>
              </a:ext>
            </a:extLst>
          </p:cNvPr>
          <p:cNvSpPr txBox="1"/>
          <p:nvPr/>
        </p:nvSpPr>
        <p:spPr>
          <a:xfrm>
            <a:off x="186813" y="6161952"/>
            <a:ext cx="1917290" cy="1075719"/>
          </a:xfrm>
          <a:prstGeom prst="rect">
            <a:avLst/>
          </a:prstGeom>
          <a:noFill/>
        </p:spPr>
        <p:txBody>
          <a:bodyPr wrap="square">
            <a:prstTxWarp prst="textInflateTop">
              <a:avLst/>
            </a:prstTxWarp>
            <a:spAutoFit/>
          </a:bodyPr>
          <a:lstStyle/>
          <a:p>
            <a:r>
              <a:rPr lang="en-US" b="1" i="1" u="sng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Satyam Saha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16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0CE9AE-6083-F0B9-E269-0B3EF9952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708" y="2436250"/>
            <a:ext cx="4229100" cy="428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B9A72B-5931-41BB-6F67-306C5359B758}"/>
              </a:ext>
            </a:extLst>
          </p:cNvPr>
          <p:cNvSpPr txBox="1"/>
          <p:nvPr/>
        </p:nvSpPr>
        <p:spPr>
          <a:xfrm>
            <a:off x="245192" y="961521"/>
            <a:ext cx="43268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latin typeface="Segoe UI" panose="020B0502040204020203" pitchFamily="34" charset="0"/>
                <a:cs typeface="Segoe UI" panose="020B0502040204020203" pitchFamily="34" charset="0"/>
              </a:rPr>
              <a:t>(Data Science &amp; Machine Learning Integration)</a:t>
            </a:r>
          </a:p>
          <a:p>
            <a:pPr>
              <a:buNone/>
            </a:pPr>
            <a:r>
              <a:rPr lang="en-US" b="1" u="sng" dirty="0">
                <a:latin typeface="Segoe UI" panose="020B0502040204020203" pitchFamily="34" charset="0"/>
                <a:cs typeface="Segoe UI" panose="020B0502040204020203" pitchFamily="34" charset="0"/>
              </a:rPr>
              <a:t>Work Done:</a:t>
            </a:r>
            <a:endParaRPr lang="en-US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Evaluated multiple machine learning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Compared models based on accuracy: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Random Forest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XGBoost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Neural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Logistic Regression</a:t>
            </a:r>
          </a:p>
          <a:p>
            <a:pPr>
              <a:buNone/>
            </a:pPr>
            <a:r>
              <a:rPr lang="en-US" b="1" u="sng" dirty="0">
                <a:latin typeface="Segoe UI" panose="020B0502040204020203" pitchFamily="34" charset="0"/>
                <a:cs typeface="Segoe UI" panose="020B0502040204020203" pitchFamily="34" charset="0"/>
              </a:rPr>
              <a:t>Purpose / Importance:</a:t>
            </a:r>
            <a:endParaRPr lang="en-US" u="sng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Identifies the most accurate model for cyber threat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Supports predictive security analytics.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Enables data-driven decision making.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E52B69-7D0F-7385-A4E8-73BEF63D5BB5}"/>
              </a:ext>
            </a:extLst>
          </p:cNvPr>
          <p:cNvSpPr txBox="1"/>
          <p:nvPr/>
        </p:nvSpPr>
        <p:spPr>
          <a:xfrm>
            <a:off x="2408596" y="31678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3️⃣ </a:t>
            </a:r>
            <a:r>
              <a:rPr lang="en-US" sz="20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ML Model Performance (%)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4BB251-CD3F-77E5-0456-6D84CAC976E4}"/>
              </a:ext>
            </a:extLst>
          </p:cNvPr>
          <p:cNvSpPr txBox="1"/>
          <p:nvPr/>
        </p:nvSpPr>
        <p:spPr>
          <a:xfrm>
            <a:off x="156700" y="6102957"/>
            <a:ext cx="2144048" cy="1035263"/>
          </a:xfrm>
          <a:prstGeom prst="rect">
            <a:avLst/>
          </a:prstGeom>
          <a:noFill/>
        </p:spPr>
        <p:txBody>
          <a:bodyPr wrap="square">
            <a:prstTxWarp prst="textInflateTop">
              <a:avLst/>
            </a:prstTxWarp>
            <a:spAutoFit/>
          </a:bodyPr>
          <a:lstStyle/>
          <a:p>
            <a:r>
              <a:rPr lang="en-US" b="1" i="1" u="sng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Satyam Saha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3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57E8DF-BD06-B1AD-24C0-87B72A427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73" y="2396921"/>
            <a:ext cx="4229100" cy="4286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C250DB-E077-C390-9E5D-5AD48DD539F8}"/>
              </a:ext>
            </a:extLst>
          </p:cNvPr>
          <p:cNvSpPr txBox="1"/>
          <p:nvPr/>
        </p:nvSpPr>
        <p:spPr>
          <a:xfrm>
            <a:off x="225527" y="1005544"/>
            <a:ext cx="43464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(Normal vs Malicious Traffic Analysis)</a:t>
            </a:r>
          </a:p>
          <a:p>
            <a:pPr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Work Done: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Analyzed network traffic at different time intervals.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Compared normal traffic with malicious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Identified peak attack time windows.</a:t>
            </a:r>
          </a:p>
          <a:p>
            <a:pPr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 / Importance: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Detects abnormal network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Supports firewall and network security tuning.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Helps in real-time threat response.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5A5B20-56E1-F031-0B20-2D738111AD07}"/>
              </a:ext>
            </a:extLst>
          </p:cNvPr>
          <p:cNvSpPr txBox="1"/>
          <p:nvPr/>
        </p:nvSpPr>
        <p:spPr>
          <a:xfrm>
            <a:off x="2482645" y="21630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4️⃣ </a:t>
            </a:r>
            <a:r>
              <a:rPr lang="en-US" sz="20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Network Traffic Pattern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4C9E6C-9148-AFCE-5440-CB38EEF65D67}"/>
              </a:ext>
            </a:extLst>
          </p:cNvPr>
          <p:cNvSpPr txBox="1"/>
          <p:nvPr/>
        </p:nvSpPr>
        <p:spPr>
          <a:xfrm>
            <a:off x="225527" y="6154302"/>
            <a:ext cx="1908073" cy="1057737"/>
          </a:xfrm>
          <a:prstGeom prst="rect">
            <a:avLst/>
          </a:prstGeom>
          <a:noFill/>
        </p:spPr>
        <p:txBody>
          <a:bodyPr wrap="square">
            <a:prstTxWarp prst="textInflateTop">
              <a:avLst/>
            </a:prstTxWarp>
            <a:spAutoFit/>
          </a:bodyPr>
          <a:lstStyle/>
          <a:p>
            <a:r>
              <a:rPr lang="en-US" b="1" i="1" u="sng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Satyam Saha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47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E21A8C-3A62-887A-FBFD-90D1A42F7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541" y="2426417"/>
            <a:ext cx="4229100" cy="428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BC5EDC-3C66-5CB5-6ED4-A0C03C6E4266}"/>
              </a:ext>
            </a:extLst>
          </p:cNvPr>
          <p:cNvSpPr txBox="1"/>
          <p:nvPr/>
        </p:nvSpPr>
        <p:spPr>
          <a:xfrm>
            <a:off x="235359" y="1166842"/>
            <a:ext cx="43366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(Overall Security Health Indicator)</a:t>
            </a:r>
          </a:p>
          <a:p>
            <a:pPr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Work Done: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Combined multiple security metrics into a single risk score.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Visualized risk levels using a gauge: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Low (Green)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Medium (Yellow)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High (Red)</a:t>
            </a:r>
          </a:p>
          <a:p>
            <a:pPr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Current Risk Score: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72 / 100 (High Risk)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 / Importance: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Provides a quick snapshot of overall cyber security health.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Helps management make fast, informed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Simplifies risk communication.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BD0C9-7563-CAB9-CE9C-5AEFCF4418BB}"/>
              </a:ext>
            </a:extLst>
          </p:cNvPr>
          <p:cNvSpPr txBox="1"/>
          <p:nvPr/>
        </p:nvSpPr>
        <p:spPr>
          <a:xfrm>
            <a:off x="2286000" y="30353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5️⃣ </a:t>
            </a:r>
            <a:r>
              <a:rPr lang="en-US" sz="20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Cyber Risk Score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90117-5EBF-A118-E6F0-BE9FF7E68BCB}"/>
              </a:ext>
            </a:extLst>
          </p:cNvPr>
          <p:cNvSpPr txBox="1"/>
          <p:nvPr/>
        </p:nvSpPr>
        <p:spPr>
          <a:xfrm>
            <a:off x="146868" y="6154352"/>
            <a:ext cx="2050641" cy="1096297"/>
          </a:xfrm>
          <a:prstGeom prst="rect">
            <a:avLst/>
          </a:prstGeom>
          <a:noFill/>
        </p:spPr>
        <p:txBody>
          <a:bodyPr wrap="square">
            <a:prstTxWarp prst="textInflateTop">
              <a:avLst/>
            </a:prstTxWarp>
            <a:spAutoFit/>
          </a:bodyPr>
          <a:lstStyle/>
          <a:p>
            <a:r>
              <a:rPr lang="en-US" b="1" i="1" u="sng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Satyam Saha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91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A922EE-EC5B-7AFF-E00C-D0AFB98B2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869" y="2347758"/>
            <a:ext cx="4229100" cy="428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0C7288-C966-74F6-0635-6C173995F69B}"/>
              </a:ext>
            </a:extLst>
          </p:cNvPr>
          <p:cNvSpPr txBox="1"/>
          <p:nvPr/>
        </p:nvSpPr>
        <p:spPr>
          <a:xfrm>
            <a:off x="196031" y="1217051"/>
            <a:ext cx="44251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(IDS – Intrusion Detection System)</a:t>
            </a:r>
          </a:p>
          <a:p>
            <a:pPr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Work Done: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Analyzed daily intrusion alerts.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Compared real alerts with false positives.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Studied alert patterns across weekdays.</a:t>
            </a:r>
          </a:p>
          <a:p>
            <a:pPr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 / Importance: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Measures IDS effectiveness.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Helps reduce false alarms.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Critical for Security Operations Center (SOC) monitoring.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6F78FB-8901-F84C-8F41-4B2A8509A289}"/>
              </a:ext>
            </a:extLst>
          </p:cNvPr>
          <p:cNvSpPr txBox="1"/>
          <p:nvPr/>
        </p:nvSpPr>
        <p:spPr>
          <a:xfrm>
            <a:off x="2261419" y="34627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6️⃣ </a:t>
            </a:r>
            <a:r>
              <a:rPr lang="en-US" sz="20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Intrusion Detection Trends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E89B34-5DC4-EB71-6518-4477B0E16B63}"/>
              </a:ext>
            </a:extLst>
          </p:cNvPr>
          <p:cNvSpPr txBox="1"/>
          <p:nvPr/>
        </p:nvSpPr>
        <p:spPr>
          <a:xfrm>
            <a:off x="196031" y="6196473"/>
            <a:ext cx="2065389" cy="1012722"/>
          </a:xfrm>
          <a:prstGeom prst="rect">
            <a:avLst/>
          </a:prstGeom>
          <a:noFill/>
        </p:spPr>
        <p:txBody>
          <a:bodyPr wrap="square">
            <a:prstTxWarp prst="textInflateTop">
              <a:avLst/>
            </a:prstTxWarp>
            <a:spAutoFit/>
          </a:bodyPr>
          <a:lstStyle/>
          <a:p>
            <a:r>
              <a:rPr lang="en-US" b="1" i="1" u="sng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Satyam Saha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212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385</Words>
  <Application>Microsoft Office PowerPoint</Application>
  <PresentationFormat>On-screen Show (4:3)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Satyam ps</dc:creator>
  <cp:keywords/>
  <dc:description>generated using python-pptx</dc:description>
  <cp:lastModifiedBy>Satyam ps</cp:lastModifiedBy>
  <cp:revision>3</cp:revision>
  <dcterms:created xsi:type="dcterms:W3CDTF">2013-01-27T09:14:16Z</dcterms:created>
  <dcterms:modified xsi:type="dcterms:W3CDTF">2026-01-04T11:49:35Z</dcterms:modified>
  <cp:category/>
</cp:coreProperties>
</file>